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11"/>
  </p:notesMasterIdLst>
  <p:handoutMasterIdLst>
    <p:handoutMasterId r:id="rId12"/>
  </p:handoutMasterIdLst>
  <p:sldIdLst>
    <p:sldId id="256" r:id="rId4"/>
    <p:sldId id="262" r:id="rId5"/>
    <p:sldId id="261" r:id="rId6"/>
    <p:sldId id="259" r:id="rId7"/>
    <p:sldId id="260" r:id="rId8"/>
    <p:sldId id="258" r:id="rId9"/>
    <p:sldId id="257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6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мещающий 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Замещающая 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ru-RU" smtClean="0"/>
            </a:fld>
            <a:endParaRPr lang="ru-RU"/>
          </a:p>
        </p:txBody>
      </p:sp>
      <p:sp>
        <p:nvSpPr>
          <p:cNvPr id="4" name="Замещающий 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Замещающий 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ru-RU" smtClean="0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мещающий 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Замещающая 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ru-RU" smtClean="0"/>
            </a:fld>
            <a:endParaRPr lang="ru-RU"/>
          </a:p>
        </p:txBody>
      </p:sp>
      <p:sp>
        <p:nvSpPr>
          <p:cNvPr id="4" name="Замещающий 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полнитель примечаний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Щелкните, чтобы изменить стиль образца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Замещающий 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Замещающий 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ru-RU" smtClean="0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66.xml"/><Relationship Id="rId5" Type="http://schemas.openxmlformats.org/officeDocument/2006/relationships/tags" Target="../tags/tag65.xml"/><Relationship Id="rId4" Type="http://schemas.openxmlformats.org/officeDocument/2006/relationships/tags" Target="../tags/tag64.xml"/><Relationship Id="rId3" Type="http://schemas.openxmlformats.org/officeDocument/2006/relationships/image" Target="../media/image1.png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71.xml"/><Relationship Id="rId5" Type="http://schemas.openxmlformats.org/officeDocument/2006/relationships/tags" Target="../tags/tag70.xml"/><Relationship Id="rId4" Type="http://schemas.openxmlformats.org/officeDocument/2006/relationships/tags" Target="../tags/tag69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4" Type="http://schemas.openxmlformats.org/officeDocument/2006/relationships/tags" Target="../tags/tag73.xml"/><Relationship Id="rId3" Type="http://schemas.openxmlformats.org/officeDocument/2006/relationships/image" Target="../media/image2.png"/><Relationship Id="rId2" Type="http://schemas.openxmlformats.org/officeDocument/2006/relationships/tags" Target="../tags/tag72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image" Target="../media/image3.png"/><Relationship Id="rId2" Type="http://schemas.openxmlformats.org/officeDocument/2006/relationships/tags" Target="../tags/tag74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82.xml"/><Relationship Id="rId6" Type="http://schemas.openxmlformats.org/officeDocument/2006/relationships/tags" Target="../tags/tag81.xml"/><Relationship Id="rId5" Type="http://schemas.openxmlformats.org/officeDocument/2006/relationships/tags" Target="../tags/tag80.xml"/><Relationship Id="rId4" Type="http://schemas.openxmlformats.org/officeDocument/2006/relationships/tags" Target="../tags/tag79.xml"/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90.xml"/><Relationship Id="rId8" Type="http://schemas.openxmlformats.org/officeDocument/2006/relationships/tags" Target="../tags/tag89.xml"/><Relationship Id="rId7" Type="http://schemas.openxmlformats.org/officeDocument/2006/relationships/tags" Target="../tags/tag88.xml"/><Relationship Id="rId6" Type="http://schemas.openxmlformats.org/officeDocument/2006/relationships/tags" Target="../tags/tag87.xml"/><Relationship Id="rId5" Type="http://schemas.openxmlformats.org/officeDocument/2006/relationships/tags" Target="../tags/tag86.xml"/><Relationship Id="rId4" Type="http://schemas.openxmlformats.org/officeDocument/2006/relationships/tags" Target="../tags/tag85.xml"/><Relationship Id="rId3" Type="http://schemas.openxmlformats.org/officeDocument/2006/relationships/tags" Target="../tags/tag84.xml"/><Relationship Id="rId2" Type="http://schemas.openxmlformats.org/officeDocument/2006/relationships/tags" Target="../tags/tag83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94.xml"/><Relationship Id="rId4" Type="http://schemas.openxmlformats.org/officeDocument/2006/relationships/tags" Target="../tags/tag93.xml"/><Relationship Id="rId3" Type="http://schemas.openxmlformats.org/officeDocument/2006/relationships/tags" Target="../tags/tag92.xml"/><Relationship Id="rId2" Type="http://schemas.openxmlformats.org/officeDocument/2006/relationships/tags" Target="../tags/tag9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97.xml"/><Relationship Id="rId3" Type="http://schemas.openxmlformats.org/officeDocument/2006/relationships/tags" Target="../tags/tag96.xml"/><Relationship Id="rId2" Type="http://schemas.openxmlformats.org/officeDocument/2006/relationships/tags" Target="../tags/tag95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101.xml"/><Relationship Id="rId4" Type="http://schemas.openxmlformats.org/officeDocument/2006/relationships/tags" Target="../tags/tag100.xml"/><Relationship Id="rId3" Type="http://schemas.openxmlformats.org/officeDocument/2006/relationships/tags" Target="../tags/tag99.xml"/><Relationship Id="rId2" Type="http://schemas.openxmlformats.org/officeDocument/2006/relationships/tags" Target="../tags/tag98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106.xml"/><Relationship Id="rId5" Type="http://schemas.openxmlformats.org/officeDocument/2006/relationships/tags" Target="../tags/tag105.xml"/><Relationship Id="rId4" Type="http://schemas.openxmlformats.org/officeDocument/2006/relationships/tags" Target="../tags/tag104.xml"/><Relationship Id="rId3" Type="http://schemas.openxmlformats.org/officeDocument/2006/relationships/tags" Target="../tags/tag103.xml"/><Relationship Id="rId2" Type="http://schemas.openxmlformats.org/officeDocument/2006/relationships/tags" Target="../tags/tag102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tags" Target="../tags/tag112.xml"/><Relationship Id="rId7" Type="http://schemas.openxmlformats.org/officeDocument/2006/relationships/tags" Target="../tags/tag111.xml"/><Relationship Id="rId6" Type="http://schemas.openxmlformats.org/officeDocument/2006/relationships/tags" Target="../tags/tag110.xml"/><Relationship Id="rId5" Type="http://schemas.openxmlformats.org/officeDocument/2006/relationships/tags" Target="../tags/tag109.xml"/><Relationship Id="rId4" Type="http://schemas.openxmlformats.org/officeDocument/2006/relationships/tags" Target="../tags/tag108.xml"/><Relationship Id="rId3" Type="http://schemas.openxmlformats.org/officeDocument/2006/relationships/image" Target="../media/image4.png"/><Relationship Id="rId2" Type="http://schemas.openxmlformats.org/officeDocument/2006/relationships/tags" Target="../tags/tag107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Слайд заголов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ru-RU" dirty="0"/>
              <a:t>Образец заголовка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ru-RU" dirty="0"/>
          </a:p>
        </p:txBody>
      </p:sp>
      <p:sp>
        <p:nvSpPr>
          <p:cNvPr id="16" name="Заполнитель даты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17" name="Заполнитель колонтитула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18" name="Заполнитель номера слайда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содержимо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Заполнитель содержимого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Заполнитель даты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5" name="Заполнитель колонтитула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Заполнитель номера слайда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ru-RU" dirty="0"/>
              <a:t>Заголовок</a:t>
            </a:r>
            <a:endParaRPr lang="ru-RU" dirty="0"/>
          </a:p>
        </p:txBody>
      </p:sp>
      <p:sp>
        <p:nvSpPr>
          <p:cNvPr id="3" name="Текстовый заполнитель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Редактировать текст</a:t>
            </a:r>
            <a:endParaRPr lang="ru-RU" dirty="0"/>
          </a:p>
        </p:txBody>
      </p:sp>
      <p:sp>
        <p:nvSpPr>
          <p:cNvPr id="4" name="Заполнитель даты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5" name="Заполнитель колонтитула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Заполнитель номера слайда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Содержимое в двух колонка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Заполнитель содержимого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Заполнитель содержимого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ru-RU" dirty="0"/>
              <a:t>Образец текста</a:t>
            </a:r>
            <a:endParaRPr lang="ru-RU" dirty="0"/>
          </a:p>
          <a:p>
            <a:pPr lvl="1"/>
            <a:r>
              <a:rPr lang="ru-RU" dirty="0"/>
              <a:t>Второй уровень</a:t>
            </a:r>
            <a:endParaRPr lang="ru-RU" dirty="0"/>
          </a:p>
          <a:p>
            <a:pPr lvl="2"/>
            <a:r>
              <a:rPr lang="ru-RU" dirty="0"/>
              <a:t>Третий уровень</a:t>
            </a:r>
            <a:endParaRPr lang="ru-RU" dirty="0"/>
          </a:p>
          <a:p>
            <a:pPr lvl="3"/>
            <a:r>
              <a:rPr lang="ru-RU" dirty="0"/>
              <a:t>Четвертый уровень</a:t>
            </a:r>
            <a:endParaRPr lang="ru-RU" dirty="0"/>
          </a:p>
          <a:p>
            <a:pPr lvl="4"/>
            <a:r>
              <a:rPr lang="ru-RU" dirty="0"/>
              <a:t>Пятый уровень</a:t>
            </a:r>
            <a:endParaRPr lang="ru-RU" dirty="0"/>
          </a:p>
        </p:txBody>
      </p:sp>
      <p:sp>
        <p:nvSpPr>
          <p:cNvPr id="5" name="Заполнитель даты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6" name="Заполнитель колонтитула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Заполнитель номера слайда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овый заполнитель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Редактировать текст</a:t>
            </a:r>
            <a:endParaRPr lang="ru-RU" dirty="0"/>
          </a:p>
        </p:txBody>
      </p:sp>
      <p:sp>
        <p:nvSpPr>
          <p:cNvPr id="4" name="Заполнитель содержимого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овый заполнитель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Редактировать текст</a:t>
            </a:r>
            <a:endParaRPr lang="ru-RU"/>
          </a:p>
        </p:txBody>
      </p:sp>
      <p:sp>
        <p:nvSpPr>
          <p:cNvPr id="6" name="Заполнитель содержимого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Заполнитель даты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8" name="Заполнитель колонтитула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Заполнитель номера слайда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Заполнитель даты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4" name="Заполнитель колонтитула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Заполнитель номера слайда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даты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3" name="Заполнитель колонтитула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Заполнитель номера слайда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зображение и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полнитель изображения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ru-RU"/>
          </a:p>
        </p:txBody>
      </p:sp>
      <p:sp>
        <p:nvSpPr>
          <p:cNvPr id="4" name="Текстовый заполнитель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ru-RU" smtClean="0"/>
              <a:t>Образец текста</a:t>
            </a:r>
            <a:endParaRPr lang="ru-RU"/>
          </a:p>
        </p:txBody>
      </p:sp>
      <p:sp>
        <p:nvSpPr>
          <p:cNvPr id="5" name="Заполнитель даты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ru-RU" smtClean="0"/>
            </a:fld>
            <a:endParaRPr lang="ru-RU" dirty="0"/>
          </a:p>
        </p:txBody>
      </p:sp>
      <p:sp>
        <p:nvSpPr>
          <p:cNvPr id="6" name="Заполнитель колонтитула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Заполнитель номера слайда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ru-RU" smtClean="0"/>
            </a:fld>
            <a:endParaRPr lang="ru-RU"/>
          </a:p>
        </p:txBody>
      </p:sp>
      <p:sp>
        <p:nvSpPr>
          <p:cNvPr id="9" name="Заголовок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ru-RU"/>
              <a:t>Образец заголовка</a:t>
            </a:r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ru-RU" smtClean="0"/>
              <a:t>Заголовок</a:t>
            </a:r>
            <a:endParaRPr lang="ru-RU"/>
          </a:p>
        </p:txBody>
      </p:sp>
      <p:sp>
        <p:nvSpPr>
          <p:cNvPr id="3" name="Заполнитель вертикального текста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  <a:p>
            <a:pPr lvl="1"/>
            <a:r>
              <a:rPr lang="ru-RU" dirty="0"/>
              <a:t>Второй уровень</a:t>
            </a:r>
            <a:endParaRPr lang="ru-RU" dirty="0"/>
          </a:p>
          <a:p>
            <a:pPr lvl="2"/>
            <a:r>
              <a:rPr lang="ru-RU" dirty="0"/>
              <a:t>Третий уровень</a:t>
            </a:r>
            <a:endParaRPr lang="ru-RU" dirty="0"/>
          </a:p>
          <a:p>
            <a:pPr lvl="3"/>
            <a:r>
              <a:rPr lang="ru-RU" dirty="0"/>
              <a:t>Четвертый уровень</a:t>
            </a:r>
            <a:endParaRPr lang="ru-RU" dirty="0"/>
          </a:p>
          <a:p>
            <a:pPr lvl="4"/>
            <a:r>
              <a:rPr lang="ru-RU" dirty="0"/>
              <a:t>Пятый уровень</a:t>
            </a:r>
            <a:endParaRPr lang="ru-RU" dirty="0"/>
          </a:p>
        </p:txBody>
      </p:sp>
      <p:sp>
        <p:nvSpPr>
          <p:cNvPr id="4" name="Заполнитель даты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5" name="Заполнитель колонтитула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Заполнитель номера слайда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имо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полнитель даты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4" name="Заполнитель колонтитула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Заполнитель номера слайда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  <p:sp>
        <p:nvSpPr>
          <p:cNvPr id="7" name="Заполнитель содержимого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  <a:endParaRPr lang="ru-RU" dirty="0"/>
          </a:p>
          <a:p>
            <a:pPr lvl="1"/>
            <a:r>
              <a:rPr lang="ru-RU" dirty="0"/>
              <a:t>Второй уровень</a:t>
            </a:r>
            <a:endParaRPr lang="ru-RU" dirty="0"/>
          </a:p>
          <a:p>
            <a:pPr lvl="2"/>
            <a:r>
              <a:rPr lang="ru-RU" dirty="0"/>
              <a:t>Третий уровень</a:t>
            </a:r>
            <a:endParaRPr lang="ru-RU" dirty="0"/>
          </a:p>
          <a:p>
            <a:pPr lvl="3"/>
            <a:r>
              <a:rPr lang="ru-RU" dirty="0"/>
              <a:t>Четвертый уровень</a:t>
            </a:r>
            <a:endParaRPr lang="ru-RU" dirty="0"/>
          </a:p>
          <a:p>
            <a:pPr lvl="4"/>
            <a:r>
              <a:rPr lang="ru-RU" dirty="0"/>
              <a:t>Пятый уровень</a:t>
            </a:r>
            <a:endParaRPr lang="ru-RU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неч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полнитель даты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4" name="Заполнитель колонтитула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Заполнитель номера слайда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ru-RU" smtClean="0"/>
              <a:t>Заголовок</a:t>
            </a:r>
            <a:endParaRPr lang="ru-RU"/>
          </a:p>
        </p:txBody>
      </p:sp>
      <p:sp>
        <p:nvSpPr>
          <p:cNvPr id="7" name="Текстовый заполнитель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lum bright="12000" contrast="30000"/>
          </a:blip>
          <a:srcRect t="586" r="671" b="-1"/>
          <a:stretch>
            <a:fillRect/>
          </a:stretch>
        </p:blipFill>
        <p:spPr>
          <a:xfrm>
            <a:off x="0" y="-14831"/>
            <a:ext cx="12192000" cy="687283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4"/>
            </p:custDataLst>
          </p:nvPr>
        </p:nvSpPr>
        <p:spPr>
          <a:xfrm>
            <a:off x="838200" y="1972310"/>
            <a:ext cx="7421880" cy="2218690"/>
          </a:xfrm>
        </p:spPr>
        <p:txBody>
          <a:bodyPr anchor="t" anchorCtr="0">
            <a:normAutofit/>
          </a:bodyPr>
          <a:lstStyle>
            <a:lvl1pPr algn="l">
              <a:lnSpc>
                <a:spcPct val="100000"/>
              </a:lnSpc>
              <a:defRPr sz="4400">
                <a:solidFill>
                  <a:schemeClr val="lt1">
                    <a:lumMod val="100000"/>
                  </a:schemeClr>
                </a:solidFill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5"/>
            </p:custDataLst>
          </p:nvPr>
        </p:nvSpPr>
        <p:spPr>
          <a:xfrm>
            <a:off x="838200" y="949960"/>
            <a:ext cx="10515600" cy="1015365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accent1"/>
                </a:solidFill>
                <a:latin typeface="+mj-lt"/>
                <a:sym typeface="Arial" panose="020B0604020202020204" pitchFamily="34" charset="0"/>
              </a:defRPr>
            </a:lvl1pPr>
            <a:lvl2pPr marL="457200" indent="0" algn="ctr">
              <a:buNone/>
              <a:defRPr sz="2000">
                <a:latin typeface="+mj-lt"/>
              </a:defRPr>
            </a:lvl2pPr>
            <a:lvl3pPr marL="914400" indent="0" algn="ctr">
              <a:buNone/>
              <a:defRPr sz="1800">
                <a:latin typeface="+mj-lt"/>
              </a:defRPr>
            </a:lvl3pPr>
            <a:lvl4pPr marL="1371600" indent="0" algn="ctr">
              <a:buNone/>
              <a:defRPr sz="1600">
                <a:latin typeface="+mj-lt"/>
              </a:defRPr>
            </a:lvl4pPr>
            <a:lvl5pPr marL="1828800" indent="0" algn="ctr">
              <a:buNone/>
              <a:defRPr sz="1600">
                <a:latin typeface="+mj-lt"/>
              </a:defRPr>
            </a:lvl5pPr>
            <a:lvl6pPr marL="2286000" indent="0" algn="ctr">
              <a:buNone/>
              <a:defRPr sz="1600">
                <a:latin typeface="+mj-lt"/>
              </a:defRPr>
            </a:lvl6pPr>
            <a:lvl7pPr marL="2743200" indent="0" algn="ctr">
              <a:buNone/>
              <a:defRPr sz="1600">
                <a:latin typeface="+mj-lt"/>
              </a:defRPr>
            </a:lvl7pPr>
            <a:lvl8pPr marL="3200400" indent="0" algn="ctr">
              <a:buNone/>
              <a:defRPr sz="1600">
                <a:latin typeface="+mj-lt"/>
              </a:defRPr>
            </a:lvl8pPr>
            <a:lvl9pPr marL="3657600" indent="0" algn="ctr">
              <a:buNone/>
              <a:defRPr sz="1600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subtitle</a:t>
            </a:r>
            <a:endParaRPr 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838200" y="4194175"/>
            <a:ext cx="2743200" cy="526415"/>
          </a:xfrm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lt1">
                    <a:lumMod val="100000"/>
                  </a:schemeClr>
                </a:solidFill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/>
          <a:lstStyle>
            <a:lvl1pPr algn="l">
              <a:defRPr>
                <a:solidFill>
                  <a:schemeClr val="lt1">
                    <a:lumMod val="100000"/>
                  </a:schemeClr>
                </a:solidFill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3"/>
            </p:custDataLst>
          </p:nvPr>
        </p:nvSpPr>
        <p:spPr/>
        <p:txBody>
          <a:bodyPr/>
          <a:lstStyle>
            <a:lvl1pPr>
              <a:defRPr sz="1800">
                <a:solidFill>
                  <a:schemeClr val="lt1">
                    <a:lumMod val="100000"/>
                  </a:schemeClr>
                </a:solidFill>
                <a:latin typeface="+mn-lt"/>
                <a:sym typeface="Arial" panose="020B0604020202020204" pitchFamily="34" charset="0"/>
              </a:defRPr>
            </a:lvl1pPr>
            <a:lvl2pPr>
              <a:defRPr sz="1600">
                <a:solidFill>
                  <a:schemeClr val="lt1">
                    <a:lumMod val="100000"/>
                  </a:schemeClr>
                </a:solidFill>
                <a:latin typeface="+mn-lt"/>
              </a:defRPr>
            </a:lvl2pPr>
            <a:lvl3pPr>
              <a:defRPr sz="1400">
                <a:solidFill>
                  <a:schemeClr val="lt1">
                    <a:lumMod val="100000"/>
                  </a:schemeClr>
                </a:solidFill>
                <a:latin typeface="+mn-lt"/>
              </a:defRPr>
            </a:lvl3pPr>
            <a:lvl4pPr>
              <a:defRPr sz="1200">
                <a:solidFill>
                  <a:schemeClr val="lt1">
                    <a:lumMod val="100000"/>
                  </a:schemeClr>
                </a:solidFill>
                <a:latin typeface="+mn-lt"/>
              </a:defRPr>
            </a:lvl4pPr>
            <a:lvl5pPr>
              <a:defRPr sz="1200">
                <a:solidFill>
                  <a:schemeClr val="lt1">
                    <a:lumMod val="100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lum bright="6000" contrast="12000"/>
          </a:blip>
          <a:srcRect t="2579"/>
          <a:stretch>
            <a:fillRect/>
          </a:stretch>
        </p:blipFill>
        <p:spPr>
          <a:xfrm>
            <a:off x="0" y="11430"/>
            <a:ext cx="12192635" cy="684657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621665" y="755650"/>
            <a:ext cx="3260090" cy="5563870"/>
          </a:xfrm>
        </p:spPr>
        <p:txBody>
          <a:bodyPr anchor="t">
            <a:normAutofit/>
          </a:bodyPr>
          <a:lstStyle>
            <a:lvl1pPr>
              <a:defRPr sz="4400">
                <a:solidFill>
                  <a:schemeClr val="lt1">
                    <a:lumMod val="100000"/>
                  </a:schemeClr>
                </a:solidFill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lum bright="12000" contrast="24000"/>
          </a:blip>
          <a:srcRect t="1279" r="833"/>
          <a:stretch>
            <a:fillRect/>
          </a:stretch>
        </p:blipFill>
        <p:spPr>
          <a:xfrm>
            <a:off x="1" y="0"/>
            <a:ext cx="12191999" cy="684371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3900170" y="2228215"/>
            <a:ext cx="7291070" cy="3861435"/>
          </a:xfrm>
        </p:spPr>
        <p:txBody>
          <a:bodyPr anchor="t" anchorCtr="0">
            <a:normAutofit/>
          </a:bodyPr>
          <a:lstStyle>
            <a:lvl1pPr algn="r">
              <a:defRPr sz="4000">
                <a:solidFill>
                  <a:schemeClr val="lt1">
                    <a:lumMod val="100000"/>
                  </a:schemeClr>
                </a:solidFill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5"/>
            </p:custDataLst>
          </p:nvPr>
        </p:nvSpPr>
        <p:spPr>
          <a:xfrm>
            <a:off x="2045335" y="803275"/>
            <a:ext cx="9144000" cy="1405890"/>
          </a:xfrm>
        </p:spPr>
        <p:txBody>
          <a:bodyPr wrap="none" tIns="0" rIns="0" bIns="0" anchor="b" anchorCtr="0">
            <a:normAutofit/>
          </a:bodyPr>
          <a:lstStyle>
            <a:lvl1pPr marL="0" indent="0" algn="r">
              <a:buNone/>
              <a:defRPr sz="8800" b="1">
                <a:solidFill>
                  <a:schemeClr val="accent1"/>
                </a:solidFill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vert="horz" lIns="0" tIns="0" rIns="0" bIns="0" rtlCol="0" anchor="ctr">
            <a:normAutofit/>
          </a:bodyPr>
          <a:lstStyle>
            <a:lvl1pPr algn="l">
              <a:defRPr lang="en-US" dirty="0">
                <a:solidFill>
                  <a:schemeClr val="lt1">
                    <a:lumMod val="100000"/>
                  </a:schemeClr>
                </a:solidFill>
                <a:latin typeface="+mj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/>
          <a:lstStyle>
            <a:lvl1pPr>
              <a:defRPr sz="1800">
                <a:solidFill>
                  <a:schemeClr val="lt1">
                    <a:lumMod val="100000"/>
                  </a:schemeClr>
                </a:solidFill>
                <a:latin typeface="+mn-lt"/>
                <a:sym typeface="Arial" panose="020B0604020202020204" pitchFamily="34" charset="0"/>
              </a:defRPr>
            </a:lvl1pPr>
            <a:lvl2pPr>
              <a:defRPr sz="1600">
                <a:solidFill>
                  <a:schemeClr val="lt1">
                    <a:lumMod val="100000"/>
                  </a:schemeClr>
                </a:solidFill>
                <a:latin typeface="+mn-lt"/>
              </a:defRPr>
            </a:lvl2pPr>
            <a:lvl3pPr>
              <a:defRPr sz="1400">
                <a:solidFill>
                  <a:schemeClr val="lt1">
                    <a:lumMod val="100000"/>
                  </a:schemeClr>
                </a:solidFill>
                <a:latin typeface="+mn-lt"/>
              </a:defRPr>
            </a:lvl3pPr>
            <a:lvl4pPr>
              <a:defRPr sz="1200">
                <a:solidFill>
                  <a:schemeClr val="lt1">
                    <a:lumMod val="100000"/>
                  </a:schemeClr>
                </a:solidFill>
                <a:latin typeface="+mn-lt"/>
              </a:defRPr>
            </a:lvl4pPr>
            <a:lvl5pPr>
              <a:defRPr sz="1200">
                <a:solidFill>
                  <a:schemeClr val="lt1">
                    <a:lumMod val="100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/>
          <a:lstStyle>
            <a:lvl1pPr>
              <a:defRPr sz="1800">
                <a:solidFill>
                  <a:schemeClr val="lt1">
                    <a:lumMod val="100000"/>
                  </a:schemeClr>
                </a:solidFill>
                <a:latin typeface="+mn-lt"/>
                <a:sym typeface="Arial" panose="020B0604020202020204" pitchFamily="34" charset="0"/>
              </a:defRPr>
            </a:lvl1pPr>
            <a:lvl2pPr>
              <a:defRPr sz="1600">
                <a:solidFill>
                  <a:schemeClr val="lt1">
                    <a:lumMod val="100000"/>
                  </a:schemeClr>
                </a:solidFill>
                <a:latin typeface="+mn-lt"/>
              </a:defRPr>
            </a:lvl2pPr>
            <a:lvl3pPr>
              <a:defRPr sz="1400">
                <a:solidFill>
                  <a:schemeClr val="lt1">
                    <a:lumMod val="100000"/>
                  </a:schemeClr>
                </a:solidFill>
                <a:latin typeface="+mn-lt"/>
              </a:defRPr>
            </a:lvl3pPr>
            <a:lvl4pPr>
              <a:defRPr sz="1200">
                <a:solidFill>
                  <a:schemeClr val="lt1">
                    <a:lumMod val="100000"/>
                  </a:schemeClr>
                </a:solidFill>
                <a:latin typeface="+mn-lt"/>
              </a:defRPr>
            </a:lvl4pPr>
            <a:lvl5pPr>
              <a:defRPr sz="1200">
                <a:solidFill>
                  <a:schemeClr val="lt1">
                    <a:lumMod val="100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8506" y="266702"/>
            <a:ext cx="10795086" cy="863607"/>
          </a:xfrm>
        </p:spPr>
        <p:txBody>
          <a:bodyPr vert="horz" lIns="0" tIns="0" rIns="0" bIns="0" rtlCol="0" anchor="ctr">
            <a:normAutofit/>
          </a:bodyPr>
          <a:lstStyle>
            <a:lvl1pPr algn="l">
              <a:defRPr lang="en-US" dirty="0">
                <a:solidFill>
                  <a:schemeClr val="lt1">
                    <a:lumMod val="100000"/>
                  </a:schemeClr>
                </a:solidFill>
                <a:latin typeface="+mj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5323840" cy="411303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lt1">
                    <a:lumMod val="100000"/>
                  </a:schemeClr>
                </a:solidFill>
                <a:latin typeface="+mj-lt"/>
                <a:sym typeface="Arial" panose="020B0604020202020204" pitchFamily="34" charset="0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95960" y="1875099"/>
            <a:ext cx="5323840" cy="4300276"/>
          </a:xfrm>
        </p:spPr>
        <p:txBody>
          <a:bodyPr/>
          <a:lstStyle>
            <a:lvl1pPr>
              <a:defRPr sz="1800">
                <a:solidFill>
                  <a:schemeClr val="lt1">
                    <a:lumMod val="100000"/>
                  </a:schemeClr>
                </a:solidFill>
                <a:latin typeface="+mn-lt"/>
                <a:sym typeface="Arial" panose="020B0604020202020204" pitchFamily="34" charset="0"/>
              </a:defRPr>
            </a:lvl1pPr>
            <a:lvl2pPr>
              <a:defRPr sz="1600">
                <a:solidFill>
                  <a:schemeClr val="lt1">
                    <a:lumMod val="100000"/>
                  </a:schemeClr>
                </a:solidFill>
                <a:latin typeface="+mn-lt"/>
              </a:defRPr>
            </a:lvl2pPr>
            <a:lvl3pPr>
              <a:defRPr sz="1400">
                <a:solidFill>
                  <a:schemeClr val="lt1">
                    <a:lumMod val="100000"/>
                  </a:schemeClr>
                </a:solidFill>
                <a:latin typeface="+mn-lt"/>
              </a:defRPr>
            </a:lvl3pPr>
            <a:lvl4pPr>
              <a:defRPr sz="1200">
                <a:solidFill>
                  <a:schemeClr val="lt1">
                    <a:lumMod val="100000"/>
                  </a:schemeClr>
                </a:solidFill>
                <a:latin typeface="+mn-lt"/>
              </a:defRPr>
            </a:lvl4pPr>
            <a:lvl5pPr>
              <a:defRPr sz="1200">
                <a:solidFill>
                  <a:schemeClr val="lt1">
                    <a:lumMod val="100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172200" y="1301750"/>
            <a:ext cx="5323840" cy="411303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lt1">
                    <a:lumMod val="100000"/>
                  </a:schemeClr>
                </a:solidFill>
                <a:latin typeface="+mj-lt"/>
                <a:sym typeface="Arial" panose="020B0604020202020204" pitchFamily="34" charset="0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6"/>
            </p:custDataLst>
          </p:nvPr>
        </p:nvSpPr>
        <p:spPr>
          <a:xfrm>
            <a:off x="6172200" y="1875099"/>
            <a:ext cx="5323840" cy="4300276"/>
          </a:xfrm>
        </p:spPr>
        <p:txBody>
          <a:bodyPr/>
          <a:lstStyle>
            <a:lvl1pPr>
              <a:defRPr sz="1800">
                <a:solidFill>
                  <a:schemeClr val="lt1">
                    <a:lumMod val="100000"/>
                  </a:schemeClr>
                </a:solidFill>
                <a:latin typeface="+mn-lt"/>
                <a:sym typeface="Arial" panose="020B0604020202020204" pitchFamily="34" charset="0"/>
              </a:defRPr>
            </a:lvl1pPr>
            <a:lvl2pPr>
              <a:defRPr sz="1600">
                <a:solidFill>
                  <a:schemeClr val="lt1">
                    <a:lumMod val="100000"/>
                  </a:schemeClr>
                </a:solidFill>
                <a:latin typeface="+mn-lt"/>
              </a:defRPr>
            </a:lvl2pPr>
            <a:lvl3pPr>
              <a:defRPr sz="1400">
                <a:solidFill>
                  <a:schemeClr val="lt1">
                    <a:lumMod val="100000"/>
                  </a:schemeClr>
                </a:solidFill>
                <a:latin typeface="+mn-lt"/>
              </a:defRPr>
            </a:lvl3pPr>
            <a:lvl4pPr>
              <a:defRPr sz="1200">
                <a:solidFill>
                  <a:schemeClr val="lt1">
                    <a:lumMod val="100000"/>
                  </a:schemeClr>
                </a:solidFill>
                <a:latin typeface="+mn-lt"/>
              </a:defRPr>
            </a:lvl4pPr>
            <a:lvl5pPr>
              <a:defRPr sz="1200">
                <a:solidFill>
                  <a:schemeClr val="lt1">
                    <a:lumMod val="100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/>
          <a:lstStyle>
            <a:lvl1pPr algn="l">
              <a:defRPr>
                <a:solidFill>
                  <a:schemeClr val="lt1">
                    <a:lumMod val="100000"/>
                  </a:schemeClr>
                </a:solidFill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/>
          <a:lstStyle>
            <a:lvl1pPr>
              <a:defRPr sz="1800">
                <a:solidFill>
                  <a:schemeClr val="lt1">
                    <a:lumMod val="100000"/>
                  </a:schemeClr>
                </a:solidFill>
                <a:latin typeface="+mn-lt"/>
                <a:sym typeface="Arial" panose="020B0604020202020204" pitchFamily="34" charset="0"/>
              </a:defRPr>
            </a:lvl1pPr>
            <a:lvl2pPr>
              <a:defRPr sz="1600">
                <a:solidFill>
                  <a:schemeClr val="lt1">
                    <a:lumMod val="100000"/>
                  </a:schemeClr>
                </a:solidFill>
                <a:latin typeface="+mn-lt"/>
              </a:defRPr>
            </a:lvl2pPr>
            <a:lvl3pPr>
              <a:defRPr sz="1400">
                <a:solidFill>
                  <a:schemeClr val="lt1">
                    <a:lumMod val="100000"/>
                  </a:schemeClr>
                </a:solidFill>
                <a:latin typeface="+mn-lt"/>
              </a:defRPr>
            </a:lvl3pPr>
            <a:lvl4pPr>
              <a:defRPr sz="1200">
                <a:solidFill>
                  <a:schemeClr val="lt1">
                    <a:lumMod val="100000"/>
                  </a:schemeClr>
                </a:solidFill>
                <a:latin typeface="+mn-lt"/>
              </a:defRPr>
            </a:lvl4pPr>
            <a:lvl5pPr>
              <a:defRPr sz="1200">
                <a:solidFill>
                  <a:schemeClr val="lt1">
                    <a:lumMod val="100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8506" y="266702"/>
            <a:ext cx="10795086" cy="863607"/>
          </a:xfrm>
        </p:spPr>
        <p:txBody>
          <a:bodyPr/>
          <a:lstStyle>
            <a:lvl1pPr algn="l">
              <a:defRPr>
                <a:solidFill>
                  <a:schemeClr val="lt1">
                    <a:lumMod val="100000"/>
                  </a:schemeClr>
                </a:solidFill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10798810" cy="539750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chemeClr val="lt1">
                    <a:lumMod val="100000"/>
                  </a:schemeClr>
                </a:solidFill>
                <a:latin typeface="+mj-lt"/>
                <a:sym typeface="Arial" panose="020B0604020202020204" pitchFamily="34" charset="0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lum bright="12000" contrast="24000"/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4"/>
            </p:custDataLst>
          </p:nvPr>
        </p:nvSpPr>
        <p:spPr>
          <a:xfrm>
            <a:off x="838200" y="1216451"/>
            <a:ext cx="10515000" cy="1800000"/>
          </a:xfrm>
        </p:spPr>
        <p:txBody>
          <a:bodyPr anchor="b"/>
          <a:lstStyle>
            <a:lvl1pPr algn="ctr">
              <a:lnSpc>
                <a:spcPct val="100000"/>
              </a:lnSpc>
              <a:defRPr sz="6000">
                <a:solidFill>
                  <a:schemeClr val="lt1">
                    <a:lumMod val="100000"/>
                  </a:schemeClr>
                </a:solidFill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838165" y="3380249"/>
            <a:ext cx="10514400" cy="898647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lt1">
                    <a:lumMod val="100000"/>
                  </a:schemeClr>
                </a:solidFill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8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9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20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9" Type="http://schemas.openxmlformats.org/officeDocument/2006/relationships/theme" Target="../theme/theme2.xml"/><Relationship Id="rId18" Type="http://schemas.openxmlformats.org/officeDocument/2006/relationships/tags" Target="../tags/tag119.xml"/><Relationship Id="rId17" Type="http://schemas.openxmlformats.org/officeDocument/2006/relationships/tags" Target="../tags/tag118.xml"/><Relationship Id="rId16" Type="http://schemas.openxmlformats.org/officeDocument/2006/relationships/tags" Target="../tags/tag117.xml"/><Relationship Id="rId15" Type="http://schemas.openxmlformats.org/officeDocument/2006/relationships/tags" Target="../tags/tag116.xml"/><Relationship Id="rId14" Type="http://schemas.openxmlformats.org/officeDocument/2006/relationships/tags" Target="../tags/tag115.xml"/><Relationship Id="rId13" Type="http://schemas.openxmlformats.org/officeDocument/2006/relationships/tags" Target="../tags/tag114.xml"/><Relationship Id="rId12" Type="http://schemas.openxmlformats.org/officeDocument/2006/relationships/tags" Target="../tags/tag11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-заполнитель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ru-RU" dirty="0"/>
              <a:t>Образец заголовка</a:t>
            </a:r>
            <a:endParaRPr lang="ru-RU" dirty="0"/>
          </a:p>
        </p:txBody>
      </p:sp>
      <p:sp>
        <p:nvSpPr>
          <p:cNvPr id="3" name="Текстовый заполнитель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  <a:endParaRPr lang="ru-RU" dirty="0"/>
          </a:p>
          <a:p>
            <a:pPr lvl="1"/>
            <a:r>
              <a:rPr lang="ru-RU" dirty="0"/>
              <a:t>Второй уровень</a:t>
            </a:r>
            <a:endParaRPr lang="ru-RU" dirty="0"/>
          </a:p>
          <a:p>
            <a:pPr lvl="2"/>
            <a:r>
              <a:rPr lang="ru-RU" dirty="0"/>
              <a:t>Третий уровень</a:t>
            </a:r>
            <a:endParaRPr lang="ru-RU" dirty="0"/>
          </a:p>
          <a:p>
            <a:pPr lvl="3"/>
            <a:r>
              <a:rPr lang="ru-RU" dirty="0"/>
              <a:t>Четвертый уровень</a:t>
            </a:r>
            <a:endParaRPr lang="ru-RU" dirty="0"/>
          </a:p>
          <a:p>
            <a:pPr lvl="4"/>
            <a:r>
              <a:rPr lang="ru-RU" dirty="0"/>
              <a:t>Пятый уровень</a:t>
            </a:r>
            <a:endParaRPr lang="ru-RU" dirty="0"/>
          </a:p>
        </p:txBody>
      </p:sp>
      <p:sp>
        <p:nvSpPr>
          <p:cNvPr id="4" name="Заполнитель даты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5" name="Заполнитель колонтитула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Заполнитель номера слайда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ru-RU" smtClean="0"/>
            </a:fld>
            <a:endParaRPr lang="ru-RU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12"/>
            </p:custDataLst>
          </p:nvPr>
        </p:nvSpPr>
        <p:spPr>
          <a:xfrm>
            <a:off x="0" y="0"/>
            <a:ext cx="12192000" cy="6876415"/>
          </a:xfrm>
          <a:prstGeom prst="rect">
            <a:avLst/>
          </a:prstGeom>
          <a:solidFill>
            <a:srgbClr val="000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ea typeface="Segoe Print" panose="02000600000000000000" charset="0"/>
              <a:sym typeface="Arial" panose="020B0604020202020204" pitchFamily="34" charset="0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Segoe Print" panose="02000600000000000000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Segoe Print" panose="02000600000000000000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Segoe Print" panose="02000600000000000000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9" name="KSO_TEMPLATE" hidden="1"/>
          <p:cNvSpPr/>
          <p:nvPr userDrawn="1">
            <p:custDataLst>
              <p:tags r:id="rId1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Segoe Print" panose="02000600000000000000" charset="0"/>
              <a:ea typeface="Segoe Print" panose="02000600000000000000" charset="0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rgbClr val="FFFFFF"/>
          </a:solidFill>
          <a:latin typeface="Segoe Print" panose="02000600000000000000" charset="0"/>
          <a:cs typeface="Segoe Print" panose="02000600000000000000" charset="0"/>
          <a:sym typeface="Segoe Print" panose="02000600000000000000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rgbClr val="FFFFFF"/>
          </a:solidFill>
          <a:latin typeface="Segoe Print" panose="02000600000000000000" charset="0"/>
          <a:cs typeface="Segoe Print" panose="02000600000000000000" charset="0"/>
          <a:sym typeface="Segoe Print" panose="02000600000000000000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200" kern="1200">
          <a:solidFill>
            <a:srgbClr val="FFFFFF"/>
          </a:solidFill>
          <a:latin typeface="+mn-lt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000" kern="1200">
          <a:solidFill>
            <a:srgbClr val="FFFFFF"/>
          </a:solidFill>
          <a:latin typeface="+mn-lt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900" kern="1200">
          <a:solidFill>
            <a:srgbClr val="FFFFFF"/>
          </a:solidFill>
          <a:latin typeface="+mn-lt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000" kern="1200">
          <a:solidFill>
            <a:srgbClr val="FFFFFF"/>
          </a:solidFill>
          <a:latin typeface="+mn-lt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openxmlformats.org/officeDocument/2006/relationships/tags" Target="../tags/tag123.xml"/><Relationship Id="rId3" Type="http://schemas.openxmlformats.org/officeDocument/2006/relationships/tags" Target="../tags/tag122.xml"/><Relationship Id="rId2" Type="http://schemas.openxmlformats.org/officeDocument/2006/relationships/tags" Target="../tags/tag121.xml"/><Relationship Id="rId1" Type="http://schemas.openxmlformats.org/officeDocument/2006/relationships/tags" Target="../tags/tag12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125.xml"/><Relationship Id="rId1" Type="http://schemas.openxmlformats.org/officeDocument/2006/relationships/tags" Target="../tags/tag124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tags" Target="../tags/tag127.xml"/><Relationship Id="rId2" Type="http://schemas.openxmlformats.org/officeDocument/2006/relationships/image" Target="../media/image5.png"/><Relationship Id="rId1" Type="http://schemas.openxmlformats.org/officeDocument/2006/relationships/tags" Target="../tags/tag12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129.xml"/><Relationship Id="rId1" Type="http://schemas.openxmlformats.org/officeDocument/2006/relationships/tags" Target="../tags/tag12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131.xml"/><Relationship Id="rId1" Type="http://schemas.openxmlformats.org/officeDocument/2006/relationships/tags" Target="../tags/tag13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133.xml"/><Relationship Id="rId1" Type="http://schemas.openxmlformats.org/officeDocument/2006/relationships/tags" Target="../tags/tag13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135.xml"/><Relationship Id="rId1" Type="http://schemas.openxmlformats.org/officeDocument/2006/relationships/tags" Target="../tags/tag1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838200" y="1972310"/>
            <a:ext cx="7421880" cy="2218690"/>
          </a:xfrm>
        </p:spPr>
        <p:txBody>
          <a:bodyPr/>
          <a:lstStyle/>
          <a:p>
            <a:r>
              <a:rPr lang="en-US" sz="7200">
                <a:ea typeface="+mj-ea"/>
              </a:rPr>
              <a:t>Mcpi-AI</a:t>
            </a:r>
            <a:endParaRPr lang="en-US" sz="7200">
              <a:ea typeface="+mj-ea"/>
            </a:endParaRPr>
          </a:p>
        </p:txBody>
      </p:sp>
      <p:sp>
        <p:nvSpPr>
          <p:cNvPr id="17" name="副标题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838200" y="949960"/>
            <a:ext cx="10515600" cy="1015365"/>
          </a:xfrm>
        </p:spPr>
        <p:txBody>
          <a:bodyPr/>
          <a:lstStyle/>
          <a:p>
            <a:r>
              <a:rPr lang="en-US"/>
              <a:t>Add description</a:t>
            </a:r>
            <a:endParaRPr lang="en-US"/>
          </a:p>
        </p:txBody>
      </p:sp>
      <p:sp>
        <p:nvSpPr>
          <p:cNvPr id="18" name="署名"/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>
          <a:xfrm>
            <a:off x="838200" y="4194175"/>
            <a:ext cx="2743200" cy="526415"/>
          </a:xfrm>
        </p:spPr>
        <p:txBody>
          <a:bodyPr>
            <a:normAutofit lnSpcReduction="10000"/>
          </a:bodyPr>
          <a:lstStyle/>
          <a:p>
            <a:pPr mar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</a:pPr>
            <a:r>
              <a:rPr lang="ru-RU" sz="1800"/>
              <a:t>Попов Тимофей, Homkoteam(XPlayer)</a:t>
            </a:r>
            <a:endParaRPr lang="ru-RU" sz="1800"/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Заголовок 9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95960" y="1890985"/>
            <a:ext cx="10800000" cy="720000"/>
          </a:xfrm>
        </p:spPr>
        <p:txBody>
          <a:bodyPr vert="horz" lIns="0" tIns="0" rIns="0" bIns="0" rtlCol="0" anchor="ctr">
            <a:normAutofit fontScale="90000"/>
          </a:bodyPr>
          <a:lstStyle>
            <a:lvl1pPr algn="l">
              <a:defRPr>
                <a:solidFill>
                  <a:schemeClr val="lt1">
                    <a:lumMod val="100000"/>
                  </a:schemeClr>
                </a:solidFill>
                <a:latin typeface="+mj-lt"/>
                <a:sym typeface="Arial" panose="020B0604020202020204" pitchFamily="34" charset="0"/>
              </a:defRPr>
            </a:lvl1pPr>
          </a:lstStyle>
          <a:p>
            <a:pPr lvl="0" algn="l">
              <a:buClrTx/>
              <a:buSzTx/>
              <a:buFontTx/>
            </a:pPr>
            <a:r>
              <a:rPr lang="ru-RU" altLang="en-US" sz="4400" dirty="0">
                <a:ea typeface="+mj-ea"/>
                <a:cs typeface="+mn-ea"/>
                <a:sym typeface="+mn-ea"/>
              </a:rPr>
              <a:t>Цель</a:t>
            </a:r>
            <a:br>
              <a:rPr lang="en-US" altLang="en-US" sz="2700" dirty="0">
                <a:ea typeface="+mj-ea"/>
                <a:cs typeface="+mn-ea"/>
                <a:sym typeface="+mn-ea"/>
              </a:rPr>
            </a:br>
            <a:r>
              <a:rPr lang="ru-RU" altLang="en-US" dirty="0">
                <a:ea typeface="+mj-ea"/>
                <a:cs typeface="+mn-ea"/>
                <a:sym typeface="+mn-ea"/>
              </a:rPr>
              <a:t>К</a:t>
            </a:r>
            <a:r>
              <a:rPr lang="en-US" altLang="en-US" dirty="0">
                <a:ea typeface="+mj-ea"/>
                <a:cs typeface="+mn-ea"/>
                <a:sym typeface="+mn-ea"/>
              </a:rPr>
              <a:t> 31 августа 2026 года в рамках курса </a:t>
            </a:r>
            <a:r>
              <a:rPr lang="ru-RU" altLang="en-US" dirty="0">
                <a:ea typeface="+mj-ea"/>
                <a:cs typeface="+mn-ea"/>
                <a:sym typeface="+mn-ea"/>
              </a:rPr>
              <a:t>- </a:t>
            </a:r>
            <a:r>
              <a:rPr lang="en-US" altLang="ru-RU" dirty="0">
                <a:ea typeface="+mj-ea"/>
                <a:cs typeface="+mn-ea"/>
                <a:sym typeface="+mn-ea"/>
              </a:rPr>
              <a:t>Python-Minecraft</a:t>
            </a:r>
            <a:r>
              <a:rPr lang="en-US" altLang="ru-RU" dirty="0">
                <a:ea typeface="+mj-ea"/>
                <a:cs typeface="+mn-ea"/>
                <a:sym typeface="+mn-ea"/>
              </a:rPr>
              <a:t> </a:t>
            </a:r>
            <a:r>
              <a:rPr lang="en-US" altLang="en-US" dirty="0">
                <a:ea typeface="+mj-ea"/>
                <a:cs typeface="+mn-ea"/>
                <a:sym typeface="+mn-ea"/>
              </a:rPr>
              <a:t>в «Инжинириум МГТУ имени Баумана» освоить </a:t>
            </a:r>
            <a:r>
              <a:rPr lang="en-US" altLang="ru-RU" dirty="0">
                <a:ea typeface="+mj-ea"/>
                <a:cs typeface="+mn-ea"/>
                <a:sym typeface="+mn-ea"/>
              </a:rPr>
              <a:t>mcpi </a:t>
            </a:r>
            <a:r>
              <a:rPr lang="en-US" altLang="en-US" dirty="0">
                <a:ea typeface="+mj-ea"/>
                <a:cs typeface="+mn-ea"/>
                <a:sym typeface="+mn-ea"/>
              </a:rPr>
              <a:t>и </a:t>
            </a:r>
            <a:r>
              <a:rPr lang="en-US" altLang="ru-RU" dirty="0">
                <a:ea typeface="+mj-ea"/>
                <a:cs typeface="+mn-ea"/>
                <a:sym typeface="+mn-ea"/>
              </a:rPr>
              <a:t>Python </a:t>
            </a:r>
            <a:r>
              <a:rPr lang="en-US" altLang="en-US" dirty="0">
                <a:ea typeface="+mj-ea"/>
                <a:cs typeface="+mn-ea"/>
                <a:sym typeface="+mn-ea"/>
              </a:rPr>
              <a:t>на уровне уверенного написания рабочего кода для взаимодействия с </a:t>
            </a:r>
            <a:r>
              <a:rPr lang="en-US" altLang="ru-RU" dirty="0">
                <a:ea typeface="+mj-ea"/>
                <a:cs typeface="+mn-ea"/>
                <a:sym typeface="+mn-ea"/>
              </a:rPr>
              <a:t>Minecraft.</a:t>
            </a:r>
            <a:endParaRPr lang="en-US" altLang="ru-RU" dirty="0">
              <a:ea typeface="+mj-ea"/>
              <a:cs typeface="+mn-ea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Заголовок 9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79705" y="635"/>
            <a:ext cx="4587240" cy="6857365"/>
          </a:xfrm>
        </p:spPr>
        <p:txBody>
          <a:bodyPr vert="horz" lIns="0" tIns="0" rIns="0" bIns="0" rtlCol="0" anchor="ctr">
            <a:normAutofit fontScale="90000"/>
          </a:bodyPr>
          <a:lstStyle>
            <a:lvl1pPr algn="l">
              <a:defRPr>
                <a:solidFill>
                  <a:schemeClr val="lt1">
                    <a:lumMod val="100000"/>
                  </a:schemeClr>
                </a:solidFill>
                <a:latin typeface="+mj-lt"/>
                <a:sym typeface="Arial" panose="020B0604020202020204" pitchFamily="34" charset="0"/>
              </a:defRPr>
            </a:lvl1pPr>
          </a:lstStyle>
          <a:p>
            <a:pPr lvl="0" algn="l">
              <a:buClrTx/>
              <a:buSzTx/>
              <a:buFontTx/>
            </a:pPr>
            <a:r>
              <a:rPr lang="ru-RU" altLang="en-US" sz="4000" dirty="0">
                <a:ea typeface="+mj-ea"/>
                <a:cs typeface="+mn-ea"/>
                <a:sym typeface="+mn-ea"/>
              </a:rPr>
              <a:t>Краткое описание проекта</a:t>
            </a:r>
            <a:br>
              <a:rPr lang="ru-RU" altLang="en-US" sz="4000" dirty="0">
                <a:ea typeface="+mj-ea"/>
                <a:cs typeface="+mn-ea"/>
                <a:sym typeface="+mn-ea"/>
              </a:rPr>
            </a:br>
            <a:br>
              <a:rPr lang="en-US" altLang="en-US" sz="2400" dirty="0">
                <a:ea typeface="+mj-ea"/>
                <a:cs typeface="+mn-ea"/>
                <a:sym typeface="+mn-ea"/>
              </a:rPr>
            </a:br>
            <a:r>
              <a:rPr lang="en-US" altLang="ru-RU" sz="2400" dirty="0">
                <a:ea typeface="+mj-ea"/>
                <a:cs typeface="+mn-ea"/>
                <a:sym typeface="+mn-ea"/>
              </a:rPr>
              <a:t>Python-</a:t>
            </a:r>
            <a:r>
              <a:rPr lang="ru-RU" altLang="en-US" sz="2400" dirty="0">
                <a:ea typeface="+mj-ea"/>
                <a:cs typeface="+mn-ea"/>
                <a:sym typeface="+mn-ea"/>
              </a:rPr>
              <a:t>проект</a:t>
            </a:r>
            <a:r>
              <a:rPr lang="en-US" altLang="en-US" sz="2400" dirty="0">
                <a:ea typeface="+mj-ea"/>
                <a:cs typeface="+mn-ea"/>
                <a:sym typeface="+mn-ea"/>
              </a:rPr>
              <a:t> для </a:t>
            </a:r>
            <a:r>
              <a:rPr lang="en-US" altLang="ru-RU" sz="2400" dirty="0">
                <a:ea typeface="+mj-ea"/>
                <a:cs typeface="+mn-ea"/>
                <a:sym typeface="+mn-ea"/>
              </a:rPr>
              <a:t>Minecraft mcpi, </a:t>
            </a:r>
            <a:r>
              <a:rPr lang="en-US" altLang="en-US" sz="2400" dirty="0">
                <a:ea typeface="+mj-ea"/>
                <a:cs typeface="+mn-ea"/>
                <a:sym typeface="+mn-ea"/>
              </a:rPr>
              <a:t>который с помощью </a:t>
            </a:r>
            <a:r>
              <a:rPr lang="en-US" altLang="ru-RU" sz="2400" dirty="0">
                <a:ea typeface="+mj-ea"/>
                <a:cs typeface="+mn-ea"/>
                <a:sym typeface="+mn-ea"/>
              </a:rPr>
              <a:t>OpenRouter </a:t>
            </a:r>
            <a:r>
              <a:rPr lang="en-US" altLang="en-US" sz="2400" dirty="0">
                <a:ea typeface="+mj-ea"/>
                <a:cs typeface="+mn-ea"/>
                <a:sym typeface="+mn-ea"/>
              </a:rPr>
              <a:t>по изображению, координатам и углу</a:t>
            </a:r>
            <a:r>
              <a:rPr lang="ru-RU" altLang="en-US" sz="2400" dirty="0">
                <a:ea typeface="+mj-ea"/>
                <a:cs typeface="+mn-ea"/>
                <a:sym typeface="+mn-ea"/>
              </a:rPr>
              <a:t> поворота</a:t>
            </a:r>
            <a:r>
              <a:rPr lang="en-US" altLang="en-US" sz="2400" dirty="0">
                <a:ea typeface="+mj-ea"/>
                <a:cs typeface="+mn-ea"/>
                <a:sym typeface="+mn-ea"/>
              </a:rPr>
              <a:t> игрока генерирует и безопасно выполняет через </a:t>
            </a:r>
            <a:r>
              <a:rPr lang="en-US" altLang="ru-RU" sz="2400" dirty="0">
                <a:ea typeface="+mj-ea"/>
                <a:cs typeface="+mn-ea"/>
                <a:sym typeface="+mn-ea"/>
              </a:rPr>
              <a:t>exec() </a:t>
            </a:r>
            <a:r>
              <a:rPr lang="en-US" altLang="en-US" sz="2400" dirty="0">
                <a:ea typeface="+mj-ea"/>
                <a:cs typeface="+mn-ea"/>
                <a:sym typeface="+mn-ea"/>
              </a:rPr>
              <a:t>чистый код </a:t>
            </a:r>
            <a:r>
              <a:rPr lang="ru-RU" altLang="en-US" sz="2400" dirty="0">
                <a:ea typeface="+mj-ea"/>
                <a:cs typeface="+mn-ea"/>
                <a:sym typeface="+mn-ea"/>
              </a:rPr>
              <a:t>с двумя </a:t>
            </a:r>
            <a:r>
              <a:rPr lang="en-US" altLang="en-US" sz="2400" dirty="0">
                <a:ea typeface="+mj-ea"/>
                <a:cs typeface="+mn-ea"/>
                <a:sym typeface="+mn-ea"/>
              </a:rPr>
              <a:t> двух режим</a:t>
            </a:r>
            <a:r>
              <a:rPr lang="ru-RU" altLang="en-US" sz="2400" dirty="0">
                <a:ea typeface="+mj-ea"/>
                <a:cs typeface="+mn-ea"/>
                <a:sym typeface="+mn-ea"/>
              </a:rPr>
              <a:t>ами </a:t>
            </a:r>
            <a:r>
              <a:rPr lang="en-US" altLang="en-US" sz="2400" dirty="0">
                <a:ea typeface="+mj-ea"/>
                <a:cs typeface="+mn-ea"/>
                <a:sym typeface="+mn-ea"/>
              </a:rPr>
              <a:t>— помощь и вредительство </a:t>
            </a:r>
            <a:r>
              <a:rPr lang="ru-RU" altLang="en-US" sz="2400" dirty="0">
                <a:ea typeface="+mj-ea"/>
                <a:cs typeface="+mn-ea"/>
                <a:sym typeface="+mn-ea"/>
              </a:rPr>
              <a:t>игроку.</a:t>
            </a:r>
            <a:br>
              <a:rPr lang="ru-RU" altLang="en-US" sz="2400" dirty="0">
                <a:ea typeface="+mj-ea"/>
                <a:cs typeface="+mn-ea"/>
                <a:sym typeface="+mn-ea"/>
              </a:rPr>
            </a:br>
            <a:br>
              <a:rPr lang="ru-RU" altLang="en-US" sz="2400" dirty="0">
                <a:ea typeface="+mj-ea"/>
                <a:cs typeface="+mn-ea"/>
                <a:sym typeface="+mn-ea"/>
              </a:rPr>
            </a:br>
            <a:r>
              <a:rPr lang="ru-RU" altLang="en-US" sz="2400" dirty="0">
                <a:ea typeface="+mj-ea"/>
                <a:cs typeface="+mn-ea"/>
                <a:sym typeface="+mn-ea"/>
              </a:rPr>
              <a:t>Использовал технологии </a:t>
            </a:r>
            <a:r>
              <a:rPr lang="en-US" altLang="en-US" sz="2400" dirty="0">
                <a:ea typeface="+mj-ea"/>
                <a:cs typeface="+mn-ea"/>
                <a:sym typeface="+mn-ea"/>
              </a:rPr>
              <a:t>python, </a:t>
            </a:r>
            <a:r>
              <a:rPr lang="en-US" altLang="ru-RU" sz="2400" dirty="0">
                <a:ea typeface="+mj-ea"/>
                <a:cs typeface="+mn-ea"/>
                <a:sym typeface="+mn-ea"/>
              </a:rPr>
              <a:t>mcpi, minecraftstuff, time, base64, openrouter, pygetwindow, pyautogui</a:t>
            </a:r>
            <a:br>
              <a:rPr lang="ru-RU" altLang="en-US" sz="2400" dirty="0">
                <a:ea typeface="+mj-ea"/>
                <a:cs typeface="+mn-ea"/>
                <a:sym typeface="+mn-ea"/>
              </a:rPr>
            </a:br>
            <a:endParaRPr lang="en-US" altLang="en-US" sz="2400" dirty="0">
              <a:ea typeface="+mj-ea"/>
              <a:cs typeface="+mn-ea"/>
              <a:sym typeface="+mn-ea"/>
            </a:endParaRPr>
          </a:p>
        </p:txBody>
      </p:sp>
      <p:pic>
        <p:nvPicPr>
          <p:cNvPr id="11" name="Изображение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6945" y="174625"/>
            <a:ext cx="7569200" cy="650875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Заголовок 9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84200" y="2461260"/>
            <a:ext cx="10800080" cy="1080135"/>
          </a:xfrm>
        </p:spPr>
        <p:txBody>
          <a:bodyPr vert="horz" lIns="0" tIns="0" rIns="0" bIns="0" rtlCol="0" anchor="ctr">
            <a:normAutofit fontScale="90000"/>
          </a:bodyPr>
          <a:lstStyle>
            <a:lvl1pPr algn="l">
              <a:defRPr>
                <a:solidFill>
                  <a:schemeClr val="lt1">
                    <a:lumMod val="100000"/>
                  </a:schemeClr>
                </a:solidFill>
                <a:latin typeface="+mj-lt"/>
                <a:sym typeface="Arial" panose="020B0604020202020204" pitchFamily="34" charset="0"/>
              </a:defRPr>
            </a:lvl1pPr>
          </a:lstStyle>
          <a:p>
            <a:pPr lvl="0" algn="l">
              <a:buClrTx/>
              <a:buSzTx/>
              <a:buFontTx/>
            </a:pPr>
            <a:r>
              <a:rPr lang="ru-RU" sz="4445" dirty="0">
                <a:ea typeface="+mj-ea"/>
                <a:cs typeface="+mn-ea"/>
                <a:sym typeface="+mn-ea"/>
              </a:rPr>
              <a:t>Кратко о процессе создания</a:t>
            </a:r>
            <a:br>
              <a:rPr lang="ru-RU" dirty="0">
                <a:ea typeface="+mj-ea"/>
                <a:cs typeface="+mn-ea"/>
                <a:sym typeface="+mn-ea"/>
              </a:rPr>
            </a:br>
            <a:br>
              <a:rPr lang="ru-RU" dirty="0">
                <a:ea typeface="+mj-ea"/>
                <a:cs typeface="+mn-ea"/>
                <a:sym typeface="+mn-ea"/>
              </a:rPr>
            </a:br>
            <a:r>
              <a:rPr lang="ru-RU" dirty="0">
                <a:ea typeface="+mj-ea"/>
                <a:cs typeface="+mn-ea"/>
                <a:sym typeface="+mn-ea"/>
              </a:rPr>
              <a:t>Я изучил библиотеку </a:t>
            </a:r>
            <a:r>
              <a:rPr lang="en-US" dirty="0">
                <a:ea typeface="+mj-ea"/>
                <a:cs typeface="+mn-ea"/>
                <a:sym typeface="+mn-ea"/>
              </a:rPr>
              <a:t>openrouter </a:t>
            </a:r>
            <a:r>
              <a:rPr lang="ru-RU" altLang="en-US" dirty="0">
                <a:ea typeface="+mj-ea"/>
                <a:cs typeface="+mn-ea"/>
                <a:sym typeface="+mn-ea"/>
              </a:rPr>
              <a:t>и другие которые не знал и начал создавать код</a:t>
            </a:r>
            <a:r>
              <a:rPr lang="en-US" altLang="en-US" dirty="0">
                <a:ea typeface="+mj-ea"/>
                <a:cs typeface="+mn-ea"/>
                <a:sym typeface="+mn-ea"/>
              </a:rPr>
              <a:t>, </a:t>
            </a:r>
            <a:r>
              <a:rPr lang="ru-RU" altLang="en-US" dirty="0">
                <a:ea typeface="+mj-ea"/>
                <a:cs typeface="+mn-ea"/>
                <a:sym typeface="+mn-ea"/>
              </a:rPr>
              <a:t>я зашёл на сайт </a:t>
            </a:r>
            <a:r>
              <a:rPr lang="en-US" altLang="en-US" dirty="0">
                <a:ea typeface="+mj-ea"/>
                <a:cs typeface="+mn-ea"/>
                <a:sym typeface="+mn-ea"/>
              </a:rPr>
              <a:t>openrouter </a:t>
            </a:r>
            <a:r>
              <a:rPr lang="ru-RU" altLang="en-US" dirty="0">
                <a:ea typeface="+mj-ea"/>
                <a:cs typeface="+mn-ea"/>
                <a:sym typeface="+mn-ea"/>
              </a:rPr>
              <a:t> и выбрал бесплатную модель написал код с ней</a:t>
            </a:r>
            <a:r>
              <a:rPr lang="en-US" altLang="en-US" dirty="0">
                <a:ea typeface="+mj-ea"/>
                <a:cs typeface="+mn-ea"/>
                <a:sym typeface="+mn-ea"/>
              </a:rPr>
              <a:t>,</a:t>
            </a:r>
            <a:r>
              <a:rPr lang="ru-RU" altLang="en-US" dirty="0">
                <a:ea typeface="+mj-ea"/>
                <a:cs typeface="+mn-ea"/>
                <a:sym typeface="+mn-ea"/>
              </a:rPr>
              <a:t> дальше  с помощью </a:t>
            </a:r>
            <a:r>
              <a:rPr lang="en-US" altLang="en-US" dirty="0">
                <a:ea typeface="+mj-ea"/>
                <a:cs typeface="+mn-ea"/>
                <a:sym typeface="+mn-ea"/>
              </a:rPr>
              <a:t>qwen3.7plus </a:t>
            </a:r>
            <a:r>
              <a:rPr lang="ru-RU" altLang="en-US" dirty="0">
                <a:ea typeface="+mj-ea"/>
                <a:cs typeface="+mn-ea"/>
                <a:sym typeface="+mn-ea"/>
              </a:rPr>
              <a:t>и </a:t>
            </a:r>
            <a:r>
              <a:rPr lang="en-US" altLang="en-US" dirty="0">
                <a:ea typeface="+mj-ea"/>
                <a:cs typeface="+mn-ea"/>
                <a:sym typeface="+mn-ea"/>
              </a:rPr>
              <a:t>chat-gpt 5.4 mini </a:t>
            </a:r>
            <a:r>
              <a:rPr lang="ru-RU" altLang="en-US" dirty="0">
                <a:ea typeface="+mj-ea"/>
                <a:cs typeface="+mn-ea"/>
                <a:sym typeface="+mn-ea"/>
              </a:rPr>
              <a:t>я создал промпт для нейросети и добавил его в код также я добавил вывод координатов и поморота игрока и скрипшот игры теперь нейросеть может либо помогать либо наоборот мешать.</a:t>
            </a:r>
            <a:br>
              <a:rPr lang="ru-RU" dirty="0">
                <a:ea typeface="+mj-ea"/>
                <a:cs typeface="+mn-ea"/>
                <a:sym typeface="+mn-ea"/>
              </a:rPr>
            </a:br>
            <a:br>
              <a:rPr lang="ru-RU" dirty="0">
                <a:ea typeface="+mj-ea"/>
                <a:cs typeface="+mn-ea"/>
                <a:sym typeface="+mn-ea"/>
              </a:rPr>
            </a:br>
            <a:endParaRPr lang="ru-RU" dirty="0">
              <a:ea typeface="+mj-ea"/>
              <a:cs typeface="+mn-ea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Заголовок 9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lIns="0" tIns="0" rIns="0" bIns="0" rtlCol="0" anchor="ctr">
            <a:normAutofit fontScale="90000"/>
          </a:bodyPr>
          <a:lstStyle>
            <a:lvl1pPr algn="l">
              <a:defRPr>
                <a:solidFill>
                  <a:schemeClr val="lt1">
                    <a:lumMod val="100000"/>
                  </a:schemeClr>
                </a:solidFill>
                <a:latin typeface="+mj-lt"/>
                <a:sym typeface="Arial" panose="020B0604020202020204" pitchFamily="34" charset="0"/>
              </a:defRPr>
            </a:lvl1pPr>
          </a:lstStyle>
          <a:p>
            <a:pPr lvl="0" algn="l">
              <a:buClrTx/>
              <a:buSzTx/>
              <a:buFontTx/>
            </a:pPr>
            <a:br>
              <a:rPr lang="en-US" altLang="en-US" dirty="0">
                <a:ea typeface="+mj-ea"/>
                <a:cs typeface="+mn-ea"/>
                <a:sym typeface="+mn-ea"/>
              </a:rPr>
            </a:br>
            <a:endParaRPr lang="en-US" altLang="en-US" dirty="0">
              <a:ea typeface="+mj-ea"/>
              <a:cs typeface="+mn-ea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Заголовок 9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82905" y="2024380"/>
            <a:ext cx="11556365" cy="1163320"/>
          </a:xfrm>
        </p:spPr>
        <p:txBody>
          <a:bodyPr vert="horz" lIns="0" tIns="0" rIns="0" bIns="0" rtlCol="0" anchor="ctr">
            <a:normAutofit fontScale="90000"/>
          </a:bodyPr>
          <a:lstStyle>
            <a:lvl1pPr algn="l">
              <a:defRPr>
                <a:solidFill>
                  <a:schemeClr val="lt1">
                    <a:lumMod val="100000"/>
                  </a:schemeClr>
                </a:solidFill>
                <a:latin typeface="+mj-lt"/>
                <a:sym typeface="Arial" panose="020B0604020202020204" pitchFamily="34" charset="0"/>
              </a:defRPr>
            </a:lvl1pPr>
          </a:lstStyle>
          <a:p>
            <a:pPr lvl="0" algn="l">
              <a:buClrTx/>
              <a:buSzTx/>
              <a:buFontTx/>
            </a:pPr>
            <a:r>
              <a:rPr lang="ru-RU" altLang="en-US" sz="4400" dirty="0">
                <a:ea typeface="+mj-ea"/>
                <a:cs typeface="+mn-ea"/>
                <a:sym typeface="+mn-ea"/>
              </a:rPr>
              <a:t>Резюмирование</a:t>
            </a:r>
            <a:br>
              <a:rPr lang="ru-RU" altLang="en-US" sz="4400" dirty="0">
                <a:ea typeface="+mj-ea"/>
                <a:cs typeface="+mn-ea"/>
                <a:sym typeface="+mn-ea"/>
              </a:rPr>
            </a:br>
            <a:br>
              <a:rPr lang="ru-RU" altLang="en-US" sz="4400" dirty="0">
                <a:ea typeface="+mj-ea"/>
                <a:cs typeface="+mn-ea"/>
                <a:sym typeface="+mn-ea"/>
              </a:rPr>
            </a:br>
            <a:r>
              <a:rPr lang="ru-RU" altLang="en-US" sz="3220" dirty="0">
                <a:ea typeface="+mj-ea"/>
                <a:cs typeface="+mn-ea"/>
                <a:sym typeface="+mn-ea"/>
              </a:rPr>
              <a:t>в итоге я изучил библеотеку </a:t>
            </a:r>
            <a:r>
              <a:rPr lang="en-US" altLang="en-US" sz="3220" dirty="0">
                <a:ea typeface="+mj-ea"/>
                <a:cs typeface="+mn-ea"/>
                <a:sym typeface="+mn-ea"/>
              </a:rPr>
              <a:t>mcpi </a:t>
            </a:r>
            <a:r>
              <a:rPr lang="ru-RU" altLang="en-US" sz="3220" dirty="0">
                <a:ea typeface="+mj-ea"/>
                <a:cs typeface="+mn-ea"/>
                <a:sym typeface="+mn-ea"/>
              </a:rPr>
              <a:t> расширил свои знания </a:t>
            </a:r>
            <a:r>
              <a:rPr lang="en-US" altLang="en-US" sz="3220" dirty="0">
                <a:ea typeface="+mj-ea"/>
                <a:cs typeface="+mn-ea"/>
                <a:sym typeface="+mn-ea"/>
              </a:rPr>
              <a:t>python</a:t>
            </a:r>
            <a:br>
              <a:rPr lang="en-US" altLang="en-US" sz="3220" dirty="0">
                <a:ea typeface="+mj-ea"/>
                <a:cs typeface="+mn-ea"/>
                <a:sym typeface="+mn-ea"/>
              </a:rPr>
            </a:br>
            <a:r>
              <a:rPr lang="ru-RU" altLang="en-US" sz="3220" dirty="0">
                <a:ea typeface="+mj-ea"/>
                <a:cs typeface="+mn-ea"/>
                <a:sym typeface="+mn-ea"/>
              </a:rPr>
              <a:t>Я успел создать проект где нейросеть помогает или мешает игроку с помощью </a:t>
            </a:r>
            <a:r>
              <a:rPr lang="en-US" altLang="ru-RU" sz="3220" dirty="0">
                <a:ea typeface="+mj-ea"/>
                <a:cs typeface="+mn-ea"/>
                <a:sym typeface="+mn-ea"/>
              </a:rPr>
              <a:t>mcpi </a:t>
            </a:r>
            <a:r>
              <a:rPr lang="ru-RU" altLang="en-US" sz="3220" dirty="0">
                <a:ea typeface="+mj-ea"/>
                <a:cs typeface="+mn-ea"/>
                <a:sym typeface="+mn-ea"/>
              </a:rPr>
              <a:t>и </a:t>
            </a:r>
            <a:r>
              <a:rPr lang="en-US" altLang="ru-RU" sz="3220" dirty="0">
                <a:ea typeface="+mj-ea"/>
                <a:cs typeface="+mn-ea"/>
                <a:sym typeface="+mn-ea"/>
              </a:rPr>
              <a:t>minecraft stuff</a:t>
            </a:r>
            <a:br>
              <a:rPr lang="ru-RU" altLang="en-US" sz="3220" dirty="0">
                <a:ea typeface="+mj-ea"/>
                <a:cs typeface="+mn-ea"/>
                <a:sym typeface="+mn-ea"/>
              </a:rPr>
            </a:br>
            <a:r>
              <a:rPr lang="ru-RU" altLang="en-US" sz="3220" dirty="0">
                <a:ea typeface="+mj-ea"/>
                <a:cs typeface="+mn-ea"/>
                <a:sym typeface="+mn-ea"/>
              </a:rPr>
              <a:t>Изучил то как работает библеотека </a:t>
            </a:r>
            <a:r>
              <a:rPr lang="en-US" altLang="en-US" sz="3220" dirty="0">
                <a:ea typeface="+mj-ea"/>
                <a:cs typeface="+mn-ea"/>
                <a:sym typeface="+mn-ea"/>
              </a:rPr>
              <a:t>openrouter</a:t>
            </a:r>
            <a:r>
              <a:rPr lang="ru-RU" altLang="en-US" sz="3220" dirty="0">
                <a:ea typeface="+mj-ea"/>
                <a:cs typeface="+mn-ea"/>
                <a:sym typeface="+mn-ea"/>
              </a:rPr>
              <a:t> </a:t>
            </a:r>
            <a:r>
              <a:rPr lang="en-US" altLang="ru-RU" sz="3220" dirty="0">
                <a:ea typeface="+mj-ea"/>
                <a:cs typeface="+mn-ea"/>
                <a:sym typeface="+mn-ea"/>
              </a:rPr>
              <a:t>(</a:t>
            </a:r>
            <a:r>
              <a:rPr lang="ru-RU" altLang="en-US" sz="3220" dirty="0">
                <a:ea typeface="+mj-ea"/>
                <a:cs typeface="+mn-ea"/>
                <a:sym typeface="+mn-ea"/>
              </a:rPr>
              <a:t>самостоятельно)</a:t>
            </a:r>
            <a:br>
              <a:rPr lang="ru-RU" altLang="en-US" dirty="0">
                <a:ea typeface="+mj-ea"/>
                <a:cs typeface="+mn-ea"/>
                <a:sym typeface="+mn-ea"/>
              </a:rPr>
            </a:br>
            <a:endParaRPr lang="ru-RU" altLang="en-US" dirty="0">
              <a:ea typeface="+mj-ea"/>
              <a:cs typeface="+mn-ea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Заголовок 9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95960" y="1378540"/>
            <a:ext cx="10800000" cy="720000"/>
          </a:xfrm>
        </p:spPr>
        <p:txBody>
          <a:bodyPr vert="horz" lIns="0" tIns="0" rIns="0" bIns="0" rtlCol="0" anchor="ctr">
            <a:noAutofit/>
          </a:bodyPr>
          <a:lstStyle>
            <a:lvl1pPr algn="l">
              <a:defRPr>
                <a:solidFill>
                  <a:schemeClr val="lt1">
                    <a:lumMod val="100000"/>
                  </a:schemeClr>
                </a:solidFill>
                <a:latin typeface="+mj-lt"/>
                <a:sym typeface="Arial" panose="020B0604020202020204" pitchFamily="34" charset="0"/>
              </a:defRPr>
            </a:lvl1pPr>
          </a:lstStyle>
          <a:p>
            <a:pPr lvl="0" algn="l">
              <a:buClrTx/>
              <a:buSzTx/>
              <a:buFontTx/>
            </a:pPr>
            <a:r>
              <a:rPr lang="ru-RU" altLang="en-US" sz="6600" dirty="0">
                <a:ea typeface="+mj-ea"/>
                <a:cs typeface="+mn-ea"/>
                <a:sym typeface="+mn-ea"/>
              </a:rPr>
              <a:t>Спасибо за внимание!!!</a:t>
            </a:r>
            <a:endParaRPr lang="ru-RU" altLang="en-US" sz="6600" dirty="0">
              <a:ea typeface="+mj-ea"/>
              <a:cs typeface="+mn-ea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TYPE" val="b"/>
  <p:tag name="KSO_WM_UNIT_INDEX" val="1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</p:tagLst>
</file>

<file path=ppt/tags/tag76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_4*e*1"/>
  <p:tag name="KSO_WM_UNIT_LAYERLEVEL" val="1"/>
  <p:tag name="KSO_WM_TAG_VERSION" val="3.0"/>
  <p:tag name="KSO_WM_BEAUTIFY_FLAG" val="#wm#"/>
  <p:tag name="KSO_WM_UNIT_PRESET_TEXT" val="节编号"/>
  <p:tag name="KSO_WM_UNIT_NOCLEAR" val="0"/>
  <p:tag name="KSO_WM_UNIT_VALUE" val="13"/>
  <p:tag name="KSO_WM_UNIT_TYPE" val="e"/>
  <p:tag name="KSO_WM_UNIT_INDEX" val="1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2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2"/>
  <p:tag name="KSO_WM_UNIT_VALUE" val="476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1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1_1"/>
  <p:tag name="KSO_WM_UNIT_ISCONTENTSTITLE" val="0"/>
  <p:tag name="KSO_WM_UNIT_ISNUMDGMTITLE" val="0"/>
  <p:tag name="KSO_WM_UNIT_VALUE" val="19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1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1_1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2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2_1"/>
  <p:tag name="KSO_WM_UNIT_ISCONTENTSTITLE" val="0"/>
  <p:tag name="KSO_WM_UNIT_ISNUMDGMTITLE" val="0"/>
  <p:tag name="KSO_WM_UNIT_VALUE" val="19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2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2_1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TYPE" val="f"/>
  <p:tag name="KSO_WM_UNIT_INDEX" val="1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TYPE" val="b"/>
  <p:tag name="KSO_WM_UNIT_INDEX" val="1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5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5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8007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TEMPLATE_CATEGORY" val="custom"/>
  <p:tag name="KSO_WM_TEMPLATE_INDEX" val="20238007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19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8007"/>
  <p:tag name="KSO_WM_TEMPLATE_THUMBS_INDEX" val="1、9"/>
  <p:tag name="KSO_WM_SPECIAL_SOURCE" val="bdnull"/>
</p:tagLst>
</file>

<file path=ppt/tags/tag12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8007_1*a*1"/>
  <p:tag name="KSO_WM_TEMPLATE_CATEGORY" val="custom"/>
  <p:tag name="KSO_WM_TEMPLATE_INDEX" val="20238007"/>
  <p:tag name="KSO_WM_UNIT_LAYERLEVEL" val="1"/>
  <p:tag name="KSO_WM_TAG_VERSION" val="3.0"/>
  <p:tag name="KSO_WM_BEAUTIFY_FLAG" val="#wm#"/>
  <p:tag name="KSO_WM_UNIT_PRESET_TEXT" val="Your title here"/>
</p:tagLst>
</file>

<file path=ppt/tags/tag12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8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38007_1*b*1"/>
  <p:tag name="KSO_WM_TEMPLATE_CATEGORY" val="custom"/>
  <p:tag name="KSO_WM_TEMPLATE_INDEX" val="20238007"/>
  <p:tag name="KSO_WM_UNIT_LAYERLEVEL" val="1"/>
  <p:tag name="KSO_WM_TAG_VERSION" val="3.0"/>
  <p:tag name="KSO_WM_BEAUTIFY_FLAG" val="#wm#"/>
  <p:tag name="KSO_WM_UNIT_PRESET_TEXT" val="Add description"/>
</p:tagLst>
</file>

<file path=ppt/tags/tag122.xml><?xml version="1.0" encoding="utf-8"?>
<p:tagLst xmlns:p="http://schemas.openxmlformats.org/presentationml/2006/main">
  <p:tag name="KSO_WM_UNIT_SUBTYPE" val="b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custom20238007_1*f*4"/>
  <p:tag name="KSO_WM_TEMPLATE_CATEGORY" val="custom"/>
  <p:tag name="KSO_WM_TEMPLATE_INDEX" val="20238007"/>
  <p:tag name="KSO_WM_UNIT_LAYERLEVEL" val="1"/>
  <p:tag name="KSO_WM_TAG_VERSION" val="3.0"/>
  <p:tag name="KSO_WM_BEAUTIFY_FLAG" val="#wm#"/>
  <p:tag name="KSO_WM_UNIT_PRESET_TEXT" val="Name"/>
</p:tagLst>
</file>

<file path=ppt/tags/tag123.xml><?xml version="1.0" encoding="utf-8"?>
<p:tagLst xmlns:p="http://schemas.openxmlformats.org/presentationml/2006/main">
  <p:tag name="KSO_WM_SLIDE_ID" val="custom20238007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8007"/>
  <p:tag name="KSO_WM_SLIDE_LAYOUT" val="a_b_f"/>
  <p:tag name="KSO_WM_SLIDE_LAYOUT_CNT" val="1_1_1"/>
  <p:tag name="KSO_WM_SLIDE_TYPE" val="title"/>
  <p:tag name="KSO_WM_SLIDE_SUBTYPE" val="pureTxt"/>
  <p:tag name="KSO_WM_TEMPLATE_THUMBS_INDEX" val="1、9"/>
  <p:tag name="KSO_WM_SPECIAL_SOURCE" val="bdnull"/>
  <p:tag name="KSO_WM_SLIDE_THEME_ID" val="3313846"/>
  <p:tag name="KSO_WM_SLIDE_THEME_NAME" val="Black Tech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2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LIDE_TYPE" val="text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2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LIDE_TYPE" val="text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2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LIDE_TYPE" val="text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3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LIDE_TYPE" val="text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3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LIDE_TYPE" val="text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3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LIDE_TYPE" val="text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自定义 160">
      <a:dk1>
        <a:srgbClr val="000000"/>
      </a:dk1>
      <a:lt1>
        <a:srgbClr val="FFFFFF"/>
      </a:lt1>
      <a:dk2>
        <a:srgbClr val="001548"/>
      </a:dk2>
      <a:lt2>
        <a:srgbClr val="F5F7FF"/>
      </a:lt2>
      <a:accent1>
        <a:srgbClr val="00A7FF"/>
      </a:accent1>
      <a:accent2>
        <a:srgbClr val="3386ED"/>
      </a:accent2>
      <a:accent3>
        <a:srgbClr val="33F0FF"/>
      </a:accent3>
      <a:accent4>
        <a:srgbClr val="FA406C"/>
      </a:accent4>
      <a:accent5>
        <a:srgbClr val="C933FE"/>
      </a:accent5>
      <a:accent6>
        <a:srgbClr val="FF00A7"/>
      </a:accent6>
      <a:hlink>
        <a:srgbClr val="304FFE"/>
      </a:hlink>
      <a:folHlink>
        <a:srgbClr val="492067"/>
      </a:folHlink>
    </a:clrScheme>
    <a:fontScheme name="字体-商务">
      <a:majorFont>
        <a:latin typeface="Segoe Print"/>
        <a:ea typeface="Segoe Print"/>
        <a:cs typeface=""/>
      </a:majorFont>
      <a:minorFont>
        <a:latin typeface="Segoe Print"/>
        <a:ea typeface="Segoe Prin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noFill/>
        <a:ln w="12700">
          <a:solidFill>
            <a:schemeClr val="tx1">
              <a:alpha val="70000"/>
            </a:schemeClr>
          </a:solidFill>
          <a:prstDash val="solid"/>
        </a:ln>
      </a:spPr>
      <a:bodyPr/>
      <a:lstStyle/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1273</Words>
  <Application>WPS Presentation</Application>
  <PresentationFormat>Широкоэкранный</PresentationFormat>
  <Paragraphs>18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</vt:i4>
      </vt:variant>
    </vt:vector>
  </HeadingPairs>
  <TitlesOfParts>
    <vt:vector size="17" baseType="lpstr">
      <vt:lpstr>Arial</vt:lpstr>
      <vt:lpstr>SimSun</vt:lpstr>
      <vt:lpstr>Wingdings</vt:lpstr>
      <vt:lpstr>Wingdings</vt:lpstr>
      <vt:lpstr>Segoe Print</vt:lpstr>
      <vt:lpstr>Microsoft YaHei</vt:lpstr>
      <vt:lpstr>Arial Unicode MS</vt:lpstr>
      <vt:lpstr>Calibri</vt:lpstr>
      <vt:lpstr>WPS</vt:lpstr>
      <vt:lpstr>1_Office Theme</vt:lpstr>
      <vt:lpstr>Mcpi-AI</vt:lpstr>
      <vt:lpstr>Цель К 31 августа 2026 года в рамках курса - Python-Minecraft в «Инжинириум МГТУ имени Баумана» освоить mcpi и Python на уровне уверенного написания рабочего кода для взаимодействия с Minecraft.</vt:lpstr>
      <vt:lpstr>Краткое описание проекта  Python-проект для Minecraft mcpi, который с помощью OpenRouter по изображению, координатам и углу поворота игрока генерирует и безопасно выполняет через exec() чистый код с двумя  двух режимами — помощь и вредительство игроку.  Использовал технологии python, mcpi, minecraftstuff, time, base64, openrouter, pygetwindow, pyautogui </vt:lpstr>
      <vt:lpstr>Кратко о процессе создания  Я изучил библиотеку openrouter и другие которые не знал и начал создавать код, я зашёл на сайт openrouter  и выбрал бесплатную модель написал код с ней, дальше  с помощью qwen3.7plus и chat-gpt 5.4 mini я создал промпт для нейросети и добавил его в код также я добавил вывод координатов и поморота игрока и скрипшот игры теперь нейросеть может либо помогать либо наоборот мешать.  </vt:lpstr>
      <vt:lpstr> 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Mcpi-AI</dc:title>
  <dc:creator>Инжинириум</dc:creator>
  <cp:lastModifiedBy>Mark “Reptiloid”</cp:lastModifiedBy>
  <cp:revision>6</cp:revision>
  <dcterms:created xsi:type="dcterms:W3CDTF">2026-07-21T07:50:00Z</dcterms:created>
  <dcterms:modified xsi:type="dcterms:W3CDTF">2026-07-23T07:19:14Z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1049-12.1.0.27458</vt:lpwstr>
  </property>
  <property fmtid="{D5CDD505-2E9C-101B-9397-08002B2CF9AE}" pid="3" name="ICV">
    <vt:lpwstr>71E9BB34C1F24190930FC004634BB427_13</vt:lpwstr>
  </property>
</Properties>
</file>